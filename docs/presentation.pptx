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From raw records to preparedness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Robiul · opening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A big-data workflow for synthetic disease surveillance: validate the input, inspect signals, and show where the evidence stops.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25M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documented input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Encounter rows in the recorded large-scale run.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3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processing layers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Robiul Hassan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One pipeline, inspectable stages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Robiul Hassan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Encounter CSV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Synthetic batch input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Bronze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Ingest + lineage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Silver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Validate + quarantine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Robiul Hassan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25 million rows reconciled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Robiul Hassan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25,000,000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documented input rows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Clean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24,825,210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Quarantine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174,790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Robiul Hassan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A daily snapshot with replay protection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Robiul · Colab demo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Generate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One row per facility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Bronze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Append unseen keys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Silver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Validate / quarantine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Robiul Hassan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Finds positives, but floods review with false alerts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Md. Samin Osman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52.92%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Sensitivity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4.37%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False-positive rate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Precision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Composition among predicted alerts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Md. Samin Osman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Simple baseline, bounded claims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Md. Samin Osman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Forecast evaluation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2.0182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MAE · cases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2.6986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RMSE · cases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8,960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Md. Samin Osman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Saved exports power the dashboard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Md. Mahafujul Alam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Local JSON counts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36,000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weekly cases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17,063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alert rows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8,960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Md. Mahafujul Alam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What the prototype cannot prove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Walid Talal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Synthetic evidence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Encounters, facility stock, and outbreak labels are synthetic; they cannot establish real-world accuracy.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Disclosure risk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Clean Silver uses a salted hash. Weekly counts 1–4 are suppressed, but linked totals may still reveal information.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Operational limits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Very low precision, a fixed forecast, no live inventory input, and unresolved historical metrics.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Walid Talal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Four members. Four sections. One honest conclusion.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Walid Talal · close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Robiul · slides 1–4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~4 min, including demo cue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Architecture, data quality, incremental input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Samin · slides 5–6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~4 min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Detection, forecasts, planning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Walid Talal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iScope">
  <a:themeElements>
    <a:clrScheme name="EpiScope">
      <a:dk1>
        <a:srgbClr val="092338"/>
      </a:dk1>
      <a:lt1>
        <a:srgbClr val="FFFFFF"/>
      </a:lt1>
      <a:dk2>
        <a:srgbClr val="122F42"/>
      </a:dk2>
      <a:lt2>
        <a:srgbClr val="F2F6F5"/>
      </a:lt2>
      <a:accent1>
        <a:srgbClr val="12AD98"/>
      </a:accent1>
      <a:accent2>
        <a:srgbClr val="D96568"/>
      </a:accent2>
      <a:accent3>
        <a:srgbClr val="E9A13A"/>
      </a:accent3>
      <a:accent4>
        <a:srgbClr val="31576B"/>
      </a:accent4>
      <a:accent5>
        <a:srgbClr val="607887"/>
      </a:accent5>
      <a:accent6>
        <a:srgbClr val="59DDC4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EpiScop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